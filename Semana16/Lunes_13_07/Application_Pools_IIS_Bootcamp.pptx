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Application Pools en IIS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Qué son, cómo funcionan y cómo publicar aplicaciones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Application Pool?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Aísla aplicaciones</a:t>
            </a:r>
          </a:p>
          <a:p>
            <a:pPr>
              <a:defRPr sz="2400"/>
            </a:pPr>
            <a:r>
              <a:t>- Cada pool tiene su proceso w3wp.exe</a:t>
            </a:r>
          </a:p>
          <a:p>
            <a:pPr>
              <a:defRPr sz="2400"/>
            </a:pPr>
            <a:r>
              <a:t>- Configuración independiente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Cliente -&gt; IIS -&gt; Application Pool -&gt; w3wp.exe -&gt; Aplicación ASP.NET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funcionan?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Reciben solicitudes</a:t>
            </a:r>
          </a:p>
          <a:p>
            <a:pPr>
              <a:defRPr sz="2400"/>
            </a:pPr>
            <a:r>
              <a:t>- Ejecutan la app</a:t>
            </a:r>
          </a:p>
          <a:p>
            <a:pPr>
              <a:defRPr sz="2400"/>
            </a:pPr>
            <a:r>
              <a:t>- Administran memoria</a:t>
            </a:r>
          </a:p>
          <a:p>
            <a:pPr>
              <a:defRPr sz="2400"/>
            </a:pPr>
            <a:r>
              <a:t>- Reciclado automático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Aislamiento</a:t>
            </a:r>
          </a:p>
          <a:p>
            <a:pPr>
              <a:defRPr sz="2400"/>
            </a:pPr>
            <a:r>
              <a:t>- Seguridad</a:t>
            </a:r>
          </a:p>
          <a:p>
            <a:pPr>
              <a:defRPr sz="2400"/>
            </a:pPr>
            <a:r>
              <a:t>- Estabilidad</a:t>
            </a:r>
          </a:p>
          <a:p>
            <a:pPr>
              <a:defRPr sz="2400"/>
            </a:pPr>
            <a:r>
              <a:t>- Rendimiento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.NET CLR</a:t>
            </a:r>
          </a:p>
          <a:p>
            <a:pPr>
              <a:defRPr sz="2400"/>
            </a:pPr>
            <a:r>
              <a:t>- Pipeline: Integrated/Classic</a:t>
            </a:r>
          </a:p>
          <a:p>
            <a:pPr>
              <a:defRPr sz="2400"/>
            </a:pPr>
            <a:r>
              <a:t>- Identity</a:t>
            </a:r>
          </a:p>
          <a:p>
            <a:pPr>
              <a:defRPr sz="2400"/>
            </a:pPr>
            <a:r>
              <a:t>- Recycling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Publicar en IIS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Publicar desde Visual Studio</a:t>
            </a:r>
          </a:p>
          <a:p>
            <a:pPr>
              <a:defRPr sz="2400"/>
            </a:pPr>
            <a:r>
              <a:t>2. Crear sitio</a:t>
            </a:r>
          </a:p>
          <a:p>
            <a:pPr>
              <a:defRPr sz="2400"/>
            </a:pPr>
            <a:r>
              <a:t>3. Crear/seleccionar App Pool</a:t>
            </a:r>
          </a:p>
          <a:p>
            <a:pPr>
              <a:defRPr sz="2400"/>
            </a:pPr>
            <a:r>
              <a:t>4. Asignar carpeta</a:t>
            </a:r>
          </a:p>
          <a:p>
            <a:pPr>
              <a:defRPr sz="2400"/>
            </a:pPr>
            <a:r>
              <a:t>5. Configurar permisos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API Banco -&gt; AppPoolBanco</a:t>
            </a:r>
          </a:p>
          <a:p>
            <a:pPr>
              <a:defRPr sz="2400"/>
            </a:pPr>
            <a:r>
              <a:t>API Clientes -&gt; AppPoolClientes</a:t>
            </a:r>
          </a:p>
          <a:p>
            <a:pPr>
              <a:defRPr sz="2400"/>
            </a:pPr>
            <a:r>
              <a:t>Si falla uno, el otro sigue funcionando.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Un pool por aplicación crítica</a:t>
            </a:r>
          </a:p>
          <a:p>
            <a:pPr>
              <a:defRPr sz="2400"/>
            </a:pPr>
            <a:r>
              <a:t>- Identity dedicada</a:t>
            </a:r>
          </a:p>
          <a:p>
            <a:pPr>
              <a:defRPr sz="2400"/>
            </a:pPr>
            <a:r>
              <a:t>- Monitorear reciclados</a:t>
            </a:r>
          </a:p>
          <a:p>
            <a:pPr>
              <a:defRPr sz="2400"/>
            </a:pPr>
            <a:r>
              <a:t>-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¿Por qué usar varios Application Pools?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